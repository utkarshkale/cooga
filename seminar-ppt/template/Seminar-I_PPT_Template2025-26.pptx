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1"/>
    <p:sldMasterId id="2147483804" r:id="rId2"/>
  </p:sldMasterIdLst>
  <p:notesMasterIdLst>
    <p:notesMasterId r:id="rId19"/>
  </p:notesMasterIdLst>
  <p:handoutMasterIdLst>
    <p:handoutMasterId r:id="rId20"/>
  </p:handoutMasterIdLst>
  <p:sldIdLst>
    <p:sldId id="416" r:id="rId3"/>
    <p:sldId id="423" r:id="rId4"/>
    <p:sldId id="420" r:id="rId5"/>
    <p:sldId id="422" r:id="rId6"/>
    <p:sldId id="424" r:id="rId7"/>
    <p:sldId id="425" r:id="rId8"/>
    <p:sldId id="426" r:id="rId9"/>
    <p:sldId id="431" r:id="rId10"/>
    <p:sldId id="427" r:id="rId11"/>
    <p:sldId id="428" r:id="rId12"/>
    <p:sldId id="429" r:id="rId13"/>
    <p:sldId id="435" r:id="rId14"/>
    <p:sldId id="430" r:id="rId15"/>
    <p:sldId id="433" r:id="rId16"/>
    <p:sldId id="285" r:id="rId17"/>
    <p:sldId id="43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FEA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24" autoAdjust="0"/>
  </p:normalViewPr>
  <p:slideViewPr>
    <p:cSldViewPr>
      <p:cViewPr varScale="1">
        <p:scale>
          <a:sx n="65" d="100"/>
          <a:sy n="65" d="100"/>
        </p:scale>
        <p:origin x="15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B6C61-D26D-4CEA-A1F0-27D95809EFC3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C1F1A-88C9-4BF9-8699-F22C6D8974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753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3ADEF-1232-40E6-AA0C-2DC4E3D89003}" type="datetimeFigureOut">
              <a:rPr lang="en-GB" smtClean="0"/>
              <a:pPr/>
              <a:t>05/09/2026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5E719B-CAD1-4CDF-AC07-FD62E51C14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71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5E719B-CAD1-4CDF-AC07-FD62E51C143C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295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9361A-5752-4A3F-B317-24EB821E62FC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4ABE7-6F46-483A-A318-EB7CEB294141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77C19-3876-44A2-A0CE-E292A435F0D3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7744B-983E-408C-A292-CA00D1954083}" type="datetime1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B162A-B07D-4289-86AD-0FFE81BAD1C7}" type="datetime1">
              <a:rPr lang="en-GB" smtClean="0"/>
              <a:t>05/09/2026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61FC8-3BD0-4B3E-92B0-041560FB0C80}" type="datetime1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F35F-FAE8-42C5-8897-AB27EC360220}" type="datetime1">
              <a:rPr lang="en-GB" smtClean="0"/>
              <a:t>05/09/2026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7C1F6-3D22-4CB7-8FE7-C5A85987562C}" type="datetime1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32B8-8311-4207-ADB6-15A12511FDD5}" type="datetime1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A4A5E-0E72-4911-9A6C-0A673FF39788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5CE2-47B1-41AD-9B44-AEAA57961DF6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48341-C165-4832-A930-9C14941FE0C1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33B3-7E08-4232-BF01-CEA4A255EC85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50C1-0B22-40BA-8D3C-820F66690A62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D7607-6B78-432E-ACEE-70CC6F79C167}" type="datetime1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2FA96-2CB9-4FF3-985F-7F96F41E8B43}" type="datetime1">
              <a:rPr lang="en-GB" smtClean="0"/>
              <a:t>05/09/2026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717EC-8CF9-4F7A-A293-4675CA811524}" type="datetime1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5CBD2-66C1-423B-A11A-13158259126E}" type="datetime1">
              <a:rPr lang="en-GB" smtClean="0"/>
              <a:t>05/09/2026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5167D-FA03-46DF-85C9-4E3D5ADDD51D}" type="datetime1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27E4E-DF66-43CE-8D2C-97EC90D9C7A6}" type="datetime1">
              <a:rPr lang="en-GB" smtClean="0"/>
              <a:t>05/09/2026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A745-BAE3-4F75-B15E-70CC5EF55A39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DBEF5-61E2-41D4-ADC0-52B6DDA9D0E3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60F32-3C46-499F-A5B1-466BADF91087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advClick="0" advTm="20000"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4274D-0DB2-4E56-B769-729881BF81BB}" type="datetime1">
              <a:rPr lang="en-GB" smtClean="0"/>
              <a:t>05/09/2026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248AB-E565-412B-9D95-9B07D6A4F3F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 advClick="0" advTm="20000"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4"/>
            <a:ext cx="9144000" cy="93610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cs typeface="Times New Roman" pitchFamily="18" charset="0"/>
              </a:rPr>
              <a:t>Points to Note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51520" y="1157492"/>
            <a:ext cx="8640960" cy="4895850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The expected number of slides is between 15 and 20.</a:t>
            </a:r>
          </a:p>
          <a:p>
            <a:pPr lvl="1">
              <a:defRPr/>
            </a:pP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Note: Duration of the presentation should not exceed maximum 30 minutes. Please practice your timings.</a:t>
            </a:r>
          </a:p>
          <a:p>
            <a:pPr lvl="1">
              <a:defRPr/>
            </a:pP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The presentation will be followed by a question and answer session of  10 minutes.</a:t>
            </a:r>
          </a:p>
          <a:p>
            <a:pPr lvl="1">
              <a:defRPr/>
            </a:pP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You will be allowed to present on the evaluation day, only after</a:t>
            </a:r>
          </a:p>
          <a:p>
            <a:pPr marL="457200" lvl="1" indent="0">
              <a:buNone/>
              <a:defRPr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   the Guide’s approval.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CFA"/>
              </a:clrFrom>
              <a:clrTo>
                <a:srgbClr val="FDFC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991"/>
            <a:ext cx="1115616" cy="92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0650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/>
              <a:t>                 SEMINAR-I PPT </a:t>
            </a:r>
            <a:r>
              <a:rPr lang="en-IN" b="1" dirty="0"/>
              <a:t>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934758"/>
      </p:ext>
    </p:extLst>
  </p:cSld>
  <p:clrMapOvr>
    <a:masterClrMapping/>
  </p:clrMapOvr>
  <p:transition advClick="0" advTm="20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40768"/>
            <a:ext cx="7772400" cy="551723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Title </a:t>
            </a:r>
            <a:br>
              <a:rPr lang="en-IN" sz="24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2400" b="1" dirty="0">
                <a:latin typeface="Times New Roman"/>
                <a:ea typeface="MS Mincho"/>
              </a:rPr>
            </a:br>
            <a:r>
              <a:rPr lang="en-US" sz="2000" b="1" dirty="0">
                <a:latin typeface="Times New Roman"/>
                <a:ea typeface="MS Mincho"/>
              </a:rPr>
              <a:t>Delivered By:</a:t>
            </a:r>
            <a:br>
              <a:rPr lang="en-US" sz="2000" b="1" dirty="0">
                <a:latin typeface="Times New Roman"/>
                <a:ea typeface="MS Mincho"/>
              </a:rPr>
            </a:br>
            <a:br>
              <a:rPr lang="en-US" sz="1800" b="1" dirty="0">
                <a:latin typeface="Times New Roman"/>
                <a:ea typeface="MS Mincho"/>
              </a:rPr>
            </a:br>
            <a:r>
              <a:rPr lang="en-US" sz="1800" b="1" dirty="0">
                <a:solidFill>
                  <a:srgbClr val="FF0000"/>
                </a:solidFill>
                <a:latin typeface="Times New Roman"/>
                <a:ea typeface="MS Mincho"/>
              </a:rPr>
              <a:t>Name of Student</a:t>
            </a:r>
            <a:br>
              <a:rPr lang="en-US" sz="1800" b="1" dirty="0">
                <a:latin typeface="Times New Roman"/>
                <a:ea typeface="MS Mincho"/>
              </a:rPr>
            </a:br>
            <a:br>
              <a:rPr lang="en-US" sz="1800" b="1" dirty="0">
                <a:latin typeface="Times New Roman"/>
                <a:ea typeface="MS Mincho"/>
              </a:rPr>
            </a:br>
            <a:r>
              <a:rPr lang="en-US" sz="1800" b="1" dirty="0">
                <a:latin typeface="Times New Roman"/>
                <a:ea typeface="MS Mincho"/>
              </a:rPr>
              <a:t>Department of Computer Engineering</a:t>
            </a:r>
            <a:br>
              <a:rPr lang="en-US" sz="1800" b="1" dirty="0">
                <a:latin typeface="Times New Roman"/>
                <a:ea typeface="MS Mincho"/>
              </a:rPr>
            </a:br>
            <a:r>
              <a:rPr lang="en-US" sz="1800" b="1" dirty="0">
                <a:latin typeface="Times New Roman"/>
                <a:ea typeface="MS Mincho"/>
              </a:rPr>
              <a:t>Bajaj Institute of Technology, Wardha.</a:t>
            </a:r>
            <a:br>
              <a:rPr lang="en-US" sz="1800" b="1" dirty="0">
                <a:latin typeface="Times New Roman"/>
                <a:ea typeface="MS Mincho"/>
              </a:rPr>
            </a:br>
            <a:br>
              <a:rPr lang="en-US" sz="1800" b="1" dirty="0">
                <a:latin typeface="Times New Roman"/>
                <a:ea typeface="MS Mincho"/>
              </a:rPr>
            </a:br>
            <a:r>
              <a:rPr lang="en-US" sz="1800" b="1" dirty="0">
                <a:latin typeface="Times New Roman"/>
                <a:ea typeface="MS Mincho"/>
              </a:rPr>
              <a:t>Under Supervision of: </a:t>
            </a:r>
            <a:br>
              <a:rPr lang="en-US" sz="1800" b="1" dirty="0">
                <a:latin typeface="Times New Roman"/>
                <a:ea typeface="MS Mincho"/>
              </a:rPr>
            </a:br>
            <a:br>
              <a:rPr lang="en-US" sz="1800" b="1" dirty="0">
                <a:latin typeface="Times New Roman"/>
                <a:ea typeface="MS Mincho"/>
              </a:rPr>
            </a:br>
            <a:r>
              <a:rPr lang="en-US" sz="1800" b="1" dirty="0">
                <a:latin typeface="Times New Roman"/>
                <a:ea typeface="MS Mincho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ea typeface="MS Mincho"/>
              </a:rPr>
              <a:t>Name of Faculty</a:t>
            </a:r>
            <a:br>
              <a:rPr lang="en-US" sz="1800" b="1" dirty="0">
                <a:solidFill>
                  <a:srgbClr val="FF0000"/>
                </a:solidFill>
                <a:latin typeface="Times New Roman"/>
                <a:ea typeface="MS Mincho"/>
              </a:rPr>
            </a:br>
            <a:r>
              <a:rPr lang="en-US" sz="1800" b="1" dirty="0">
                <a:latin typeface="Times New Roman"/>
                <a:ea typeface="MS Mincho"/>
              </a:rPr>
              <a:t>Designation of faculty </a:t>
            </a:r>
            <a:br>
              <a:rPr lang="en-US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Computer Engineering Department, </a:t>
            </a:r>
            <a:r>
              <a:rPr lang="en-US" sz="1800" b="1" dirty="0">
                <a:latin typeface="Times New Roman"/>
                <a:ea typeface="MS Mincho"/>
              </a:rPr>
              <a:t>BIT, Wardha</a:t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b="1" dirty="0">
                <a:latin typeface="Times New Roman"/>
                <a:ea typeface="MS Mincho"/>
              </a:rPr>
            </a:br>
            <a:br>
              <a:rPr lang="en-US" sz="1800" b="1" dirty="0">
                <a:latin typeface="Times New Roman"/>
                <a:ea typeface="MS Mincho"/>
              </a:rPr>
            </a:br>
            <a:br>
              <a:rPr lang="en-US" sz="1800" b="1" dirty="0">
                <a:latin typeface="Times New Roman"/>
                <a:ea typeface="MS Mincho"/>
              </a:rPr>
            </a:br>
            <a:br>
              <a:rPr lang="en-US" sz="1600" dirty="0">
                <a:latin typeface="Times New Roman"/>
                <a:ea typeface="MS Mincho"/>
              </a:rPr>
            </a:b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5" r="3185"/>
          <a:stretch/>
        </p:blipFill>
        <p:spPr>
          <a:xfrm>
            <a:off x="1167826" y="54591"/>
            <a:ext cx="6984776" cy="11967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CFA"/>
              </a:clrFrom>
              <a:clrTo>
                <a:srgbClr val="FDFC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88" y="218109"/>
            <a:ext cx="918823" cy="76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4850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4"/>
            <a:ext cx="9144000" cy="93610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Index</a:t>
            </a:r>
            <a:endParaRPr lang="en-US" sz="3600" b="1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6" name="Content Placeholder 6"/>
          <p:cNvSpPr txBox="1">
            <a:spLocks/>
          </p:cNvSpPr>
          <p:nvPr/>
        </p:nvSpPr>
        <p:spPr>
          <a:xfrm>
            <a:off x="0" y="980728"/>
            <a:ext cx="8839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1014687"/>
            <a:ext cx="88216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Introduction(</a:t>
            </a:r>
            <a:r>
              <a:rPr lang="en-US" altLang="zh-TW" sz="2600" dirty="0">
                <a:latin typeface="Times New Roman" pitchFamily="18" charset="0"/>
                <a:cs typeface="Times New Roman" pitchFamily="18" charset="0"/>
              </a:rPr>
              <a:t>Origins and Inspiration)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Objectives(of Seminar Topic)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Literature Review(Methods and algorithms studied)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Baseline Papers Selected for Seminar Work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System architecture/Algorithms Studied 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Features/Advantages/Disadvantages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Applications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Conclusion</a:t>
            </a:r>
          </a:p>
          <a:p>
            <a:pP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References</a:t>
            </a:r>
          </a:p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4</a:t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CFA"/>
              </a:clrFrom>
              <a:clrTo>
                <a:srgbClr val="FDFC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990"/>
            <a:ext cx="1092271" cy="90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061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6632"/>
            <a:ext cx="864096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IN" dirty="0"/>
              <a:t>Introduction</a:t>
            </a:r>
            <a:br>
              <a:rPr lang="en-IN" dirty="0"/>
            </a:br>
            <a:endParaRPr lang="en-US" dirty="0"/>
          </a:p>
          <a:p>
            <a:endParaRPr lang="en-US" dirty="0"/>
          </a:p>
          <a:p>
            <a:pPr fontAlgn="base"/>
            <a:r>
              <a:rPr lang="en-US" dirty="0"/>
              <a:t>Write a brief Introduction of the seminar topic</a:t>
            </a:r>
          </a:p>
          <a:p>
            <a:pPr fontAlgn="base"/>
            <a:r>
              <a:rPr lang="en-US" dirty="0"/>
              <a:t>Cover Background and History</a:t>
            </a:r>
          </a:p>
          <a:p>
            <a:pPr fontAlgn="base"/>
            <a:r>
              <a:rPr lang="en-US" dirty="0"/>
              <a:t> Inspiration - need for the technology/tool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367089"/>
      </p:ext>
    </p:extLst>
  </p:cSld>
  <p:clrMapOvr>
    <a:masterClrMapping/>
  </p:clrMapOvr>
  <p:transition advClick="0" advTm="20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16624"/>
          </a:xfrm>
        </p:spPr>
        <p:txBody>
          <a:bodyPr>
            <a:normAutofit/>
          </a:bodyPr>
          <a:lstStyle/>
          <a:p>
            <a:r>
              <a:rPr lang="en-US" dirty="0"/>
              <a:t>Objectives are what you plan to achieve by the end of studying this topic. </a:t>
            </a:r>
          </a:p>
          <a:p>
            <a:r>
              <a:rPr lang="en-US" dirty="0"/>
              <a:t> Your objectives should be attainable, time-bound.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917971"/>
      </p:ext>
    </p:extLst>
  </p:cSld>
  <p:clrMapOvr>
    <a:masterClrMapping/>
  </p:clrMapOvr>
  <p:transition advClick="0" advTm="20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Literature Review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568952" cy="5616624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The topics and type of literature studied (or collected for study) to define the  algorithms and methodology.</a:t>
            </a:r>
          </a:p>
          <a:p>
            <a:pPr fontAlgn="base"/>
            <a:r>
              <a:rPr lang="en-US" dirty="0"/>
              <a:t>It should be related to your work.</a:t>
            </a:r>
          </a:p>
          <a:p>
            <a:pPr fontAlgn="base"/>
            <a:r>
              <a:rPr lang="en-US" dirty="0"/>
              <a:t>The discussion on the literature may be organized under a separate heading &amp; titled suitably. Summarize the literature that you have read.</a:t>
            </a:r>
          </a:p>
          <a:p>
            <a:pPr fontAlgn="base"/>
            <a:r>
              <a:rPr lang="en-US" dirty="0"/>
              <a:t>Literally copying the texts that you have read is not allowed, you should Present your own interpretation of the theory.</a:t>
            </a:r>
          </a:p>
          <a:p>
            <a:pPr fontAlgn="base"/>
            <a:r>
              <a:rPr lang="en-US" dirty="0"/>
              <a:t>Write about the literature survey in tabular form.</a:t>
            </a:r>
          </a:p>
          <a:p>
            <a:pPr fontAlgn="base"/>
            <a:r>
              <a:rPr lang="en-US" dirty="0"/>
              <a:t>Minimum 5-10 references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124316"/>
      </p:ext>
    </p:extLst>
  </p:cSld>
  <p:clrMapOvr>
    <a:masterClrMapping/>
  </p:clrMapOvr>
  <p:transition advClick="0" advTm="20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6632"/>
            <a:ext cx="8856984" cy="6009531"/>
          </a:xfrm>
        </p:spPr>
        <p:txBody>
          <a:bodyPr>
            <a:normAutofit/>
          </a:bodyPr>
          <a:lstStyle/>
          <a:p>
            <a:pPr marL="0" indent="0" algn="ctr" fontAlgn="t">
              <a:buNone/>
            </a:pPr>
            <a:r>
              <a:rPr lang="en-US" dirty="0"/>
              <a:t> </a:t>
            </a:r>
            <a:r>
              <a:rPr lang="en-US" b="1" dirty="0"/>
              <a:t>Literature survey in tabular form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E89D2-E606-4C81-88A3-7F89D7BC70BB}"/>
              </a:ext>
            </a:extLst>
          </p:cNvPr>
          <p:cNvSpPr txBox="1"/>
          <p:nvPr/>
        </p:nvSpPr>
        <p:spPr>
          <a:xfrm>
            <a:off x="1619672" y="5733256"/>
            <a:ext cx="1806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Minimum 5 to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1397000"/>
          <a:ext cx="6096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Sr. No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Details of Papers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Work reported 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950559"/>
      </p:ext>
    </p:extLst>
  </p:cSld>
  <p:clrMapOvr>
    <a:masterClrMapping/>
  </p:clrMapOvr>
  <p:transition advClick="0" advTm="20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Baseline Papers Selected for Seminar Work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955382"/>
      </p:ext>
    </p:extLst>
  </p:cSld>
  <p:clrMapOvr>
    <a:masterClrMapping/>
  </p:clrMapOvr>
  <p:transition advClick="0" advTm="20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System architecture/Algorithms Studied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System architecture/Algorithms related to your seminar topic.</a:t>
            </a:r>
          </a:p>
          <a:p>
            <a:pPr fontAlgn="base"/>
            <a:r>
              <a:rPr lang="en-US" dirty="0"/>
              <a:t>Some technical details on the topic</a:t>
            </a:r>
          </a:p>
          <a:p>
            <a:pPr fontAlgn="base"/>
            <a:r>
              <a:rPr lang="en-US" dirty="0"/>
              <a:t>Can add 2 more slides (if required)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029265"/>
      </p:ext>
    </p:extLst>
  </p:cSld>
  <p:clrMapOvr>
    <a:masterClrMapping/>
  </p:clrMapOvr>
  <p:transition advClick="0" advTm="20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Features/Advantages/Disadvantages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396753"/>
      </p:ext>
    </p:extLst>
  </p:cSld>
  <p:clrMapOvr>
    <a:masterClrMapping/>
  </p:clrMapOvr>
  <p:transition advClick="0" advTm="20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Applications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160428"/>
      </p:ext>
    </p:extLst>
  </p:cSld>
  <p:clrMapOvr>
    <a:masterClrMapping/>
  </p:clrMapOvr>
  <p:transition advClick="0" advTm="20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Analysis/Comparison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Analysis or comparison with other tools /technologies and benefits of the same.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353194"/>
      </p:ext>
    </p:extLst>
  </p:cSld>
  <p:clrMapOvr>
    <a:masterClrMapping/>
  </p:clrMapOvr>
  <p:transition advClick="0" advTm="20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68"/>
            <a:ext cx="8229600" cy="5001395"/>
          </a:xfrm>
        </p:spPr>
        <p:txBody>
          <a:bodyPr>
            <a:normAutofit/>
          </a:bodyPr>
          <a:lstStyle/>
          <a:p>
            <a:r>
              <a:rPr lang="en-US" dirty="0"/>
              <a:t>Conclude with the main ideas and results.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16632"/>
            <a:ext cx="1312443" cy="98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84228"/>
      </p:ext>
    </p:extLst>
  </p:cSld>
  <p:clrMapOvr>
    <a:masterClrMapping/>
  </p:clrMapOvr>
  <p:transition advClick="0" advTm="20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9144000" cy="1143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References </a:t>
            </a:r>
          </a:p>
        </p:txBody>
      </p:sp>
      <p:sp>
        <p:nvSpPr>
          <p:cNvPr id="5" name="Title 7"/>
          <p:cNvSpPr>
            <a:spLocks noGrp="1"/>
          </p:cNvSpPr>
          <p:nvPr>
            <p:ph idx="1"/>
          </p:nvPr>
        </p:nvSpPr>
        <p:spPr>
          <a:xfrm>
            <a:off x="0" y="1124744"/>
            <a:ext cx="8964488" cy="5400600"/>
          </a:xfrm>
        </p:spPr>
        <p:txBody>
          <a:bodyPr vert="horz" lIns="91440" tIns="45720" rIns="91440" bIns="45720" rtlCol="0">
            <a:noAutofit/>
          </a:bodyPr>
          <a:lstStyle/>
          <a:p>
            <a:pPr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References in IEEE Format</a:t>
            </a:r>
          </a:p>
          <a:p>
            <a:pPr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Complete list of resources (e.g. books, research papers, journals, conferences etc.) in the correct</a:t>
            </a:r>
          </a:p>
          <a:p>
            <a:pPr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format.</a:t>
            </a:r>
          </a:p>
          <a:p>
            <a:pPr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Also Mention the references using [] in the presentation wherever used.</a:t>
            </a:r>
          </a:p>
          <a:p>
            <a:pPr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 following methods for writing references</a:t>
            </a:r>
          </a:p>
          <a:p>
            <a:pPr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For a book: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name of the authors, title, publisher, city of publication and year of publication. (Taylor J.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R.,An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Introduction to Error Analysis, Oxford University Press, Mill Valley, CA,USA, 1982)</a:t>
            </a:r>
          </a:p>
          <a:p>
            <a:pPr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For an article in a journal: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name of the authors, title, name of the journal, volume (issue number), range of pages, and year. 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Bandyopadhyay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S.,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Bera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N.C. and Bhattacharyya S., ‘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Thermoeconomic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Optimization of Combined Cycle Power Plants’, Energy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Conver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Mgmt., 42(3), 359-371, 2001.)</a:t>
            </a:r>
          </a:p>
          <a:p>
            <a:pPr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For an article in conference proceedings: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name of the authors, title, name of conference, editors (if present), range of pages and year. (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Kedare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S.B. ‘Optics, Design, Performance and Economics of the Dynamic Fresnel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Paraboloid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Reflector Concentrator Dish with Point Focus for High Temperature Solar Thermal Applications’, Proceedings of National Renewable Energy Convention ’99,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Sawhney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R.L. (Ed.), 9-15, 1999.)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CFA"/>
              </a:clrFrom>
              <a:clrTo>
                <a:srgbClr val="FDFC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188"/>
            <a:ext cx="1312443" cy="108634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544616"/>
          </a:xfrm>
        </p:spPr>
        <p:txBody>
          <a:bodyPr>
            <a:noAutofit/>
          </a:bodyPr>
          <a:lstStyle/>
          <a:p>
            <a:pPr algn="just"/>
            <a:r>
              <a:rPr lang="en-US" sz="1600" b="1" dirty="0"/>
              <a:t>A chapter in a book: </a:t>
            </a:r>
            <a:r>
              <a:rPr lang="en-US" sz="1600" dirty="0"/>
              <a:t>authors of the chapter, title of the chapter, editors of the book, title of the book, publisher, city of publication, range of pages, and year of publication.(</a:t>
            </a:r>
            <a:r>
              <a:rPr lang="en-US" sz="1600" dirty="0" err="1"/>
              <a:t>Bilgen</a:t>
            </a:r>
            <a:r>
              <a:rPr lang="en-US" sz="1600" dirty="0"/>
              <a:t> E., Industrial Solar Power Stations, </a:t>
            </a:r>
            <a:r>
              <a:rPr lang="en-US" sz="1600" dirty="0" err="1"/>
              <a:t>Veziroglu</a:t>
            </a:r>
            <a:r>
              <a:rPr lang="en-US" sz="1600" dirty="0"/>
              <a:t> T.N. (Ed.), Solar Energy and Conservation: Technology, Commercialization, Utilization, Volume2, </a:t>
            </a:r>
            <a:r>
              <a:rPr lang="en-US" sz="1600" dirty="0" err="1"/>
              <a:t>Pergamon</a:t>
            </a:r>
            <a:r>
              <a:rPr lang="en-US" sz="1600" dirty="0"/>
              <a:t> Press, NY, USA, 665- 673,1978)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A report: </a:t>
            </a:r>
            <a:r>
              <a:rPr lang="en-US" sz="1600" dirty="0"/>
              <a:t>authors, title, university/company, report number, year. (Ahmed K., Renewable Energy Technologies, World Bank Technical Paper Number 240, 1994)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A Ph.D. or Masters Thesis: </a:t>
            </a:r>
            <a:r>
              <a:rPr lang="en-US" sz="1600" dirty="0"/>
              <a:t>author, title, department, university, year. (</a:t>
            </a:r>
            <a:r>
              <a:rPr lang="en-US" sz="1600" dirty="0" err="1"/>
              <a:t>Kedare</a:t>
            </a:r>
            <a:r>
              <a:rPr lang="en-US" sz="1600" dirty="0"/>
              <a:t> S.B, 'Investigations on a Reciprocating Wind Machine', Ph.D. Thesis, Dept. of Mechanical Engineering, IIT, Mumbai, 1991)</a:t>
            </a:r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248AB-E565-412B-9D95-9B07D6A4F3F3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010756"/>
      </p:ext>
    </p:extLst>
  </p:cSld>
  <p:clrMapOvr>
    <a:masterClrMapping/>
  </p:clrMapOvr>
  <p:transition advClick="0" advTm="20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17307</TotalTime>
  <Words>822</Words>
  <Application>Microsoft Office PowerPoint</Application>
  <PresentationFormat>On-screen Show (4:3)</PresentationFormat>
  <Paragraphs>87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2_Office Theme</vt:lpstr>
      <vt:lpstr>Points to Note</vt:lpstr>
      <vt:lpstr>PowerPoint Presentation</vt:lpstr>
      <vt:lpstr>Title   Delivered By:  Name of Student  Department of Computer Engineering Bajaj Institute of Technology, Wardha.  Under Supervision of:    Name of Faculty Designation of faculty  Computer Engineering Department, BIT, Wardha     </vt:lpstr>
      <vt:lpstr>Index</vt:lpstr>
      <vt:lpstr>PowerPoint Presentation</vt:lpstr>
      <vt:lpstr>Objective </vt:lpstr>
      <vt:lpstr> Literature Review </vt:lpstr>
      <vt:lpstr>PowerPoint Presentation</vt:lpstr>
      <vt:lpstr> Baseline Papers Selected for Seminar Work </vt:lpstr>
      <vt:lpstr>System architecture/Algorithms Studied</vt:lpstr>
      <vt:lpstr>Features/Advantages/Disadvantages </vt:lpstr>
      <vt:lpstr>Applications </vt:lpstr>
      <vt:lpstr>Analysis/Comparison </vt:lpstr>
      <vt:lpstr>Conclusion </vt:lpstr>
      <vt:lpstr>References 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Kevin Hickey</dc:creator>
  <cp:lastModifiedBy>Gajanan Tikhe</cp:lastModifiedBy>
  <cp:revision>764</cp:revision>
  <dcterms:created xsi:type="dcterms:W3CDTF">2010-06-24T14:41:07Z</dcterms:created>
  <dcterms:modified xsi:type="dcterms:W3CDTF">2026-09-05T04:49:03Z</dcterms:modified>
</cp:coreProperties>
</file>